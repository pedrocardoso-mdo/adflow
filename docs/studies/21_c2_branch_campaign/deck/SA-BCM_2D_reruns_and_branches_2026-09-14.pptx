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SA-BCM 2D optimisation — reruns for the article and the branch problem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Status deck, 2026-09-14 · Deucalion SA_BCM_ARTICLE/2d_opt · repo docs/studies/21_c2_branch_campaign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Question: C2 (NACA0012 → SA-BCM, cl = 0.3, Tu = 0.5 %) gave −18 % with the buggy code, −4…−6 % with the corrected one; C3 gives −24 %.</a:t>
            </a:r>
          </a:p>
          <a:p>
            <a:pPr>
              <a:spcAft>
                <a:spcPts val="400"/>
              </a:spcAft>
              <a:defRPr sz="1600"/>
            </a:pPr>
            <a:r>
              <a:t>• Constraint set by the user: keep the C2 definition (NACA start, SA-BCM only, article constraints, fs ≤ 0.15); only the optimizer/solver strategy may change.</a:t>
            </a:r>
          </a:p>
          <a:p>
            <a:pPr>
              <a:spcAft>
                <a:spcPts val="400"/>
              </a:spcAft>
              <a:defRPr sz="1600"/>
            </a:pPr>
            <a:r>
              <a:t>• All SA-BCM numbers here: cold start (fresh process, 16 ranks), trimmed to cl = 0.3, ev = 1e-7, fs = 0.08. SA numbers: run2d, 32 ranks.</a:t>
            </a:r>
          </a:p>
          <a:p>
            <a:pPr>
              <a:spcAft>
                <a:spcPts val="400"/>
              </a:spcAft>
              <a:defRPr sz="1600"/>
            </a:pPr>
            <a:r>
              <a:t>• Contents: diagnosis (why the optimizer stalls) → every strategy tried → results per Tu → the branch mechanism → proposals.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baseline itself is not unique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NACA0012, cl = 0.3, Tu = 0.5 %, same code, same mesh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675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Solver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16 or 32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bit-for-bit reproducible at fixed rank count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48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+0.9 %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64 ranks (opt_c2)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trim recipe (ANK CFL 3e5)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0.008061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+31 %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ev = 1e-10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−15 % (different farfield BC)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article C2 geometry, today's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worse than the NACA — the old −18 % came from the bug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The partition/pseudo-transient path selects the converged state. Deterministic for a fixed rank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Line test NACA → C3 in FFD space: no barrier, but discrete jumps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11 points + fine scan t = 0.80–1.00; adjoint directional derivative at every 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149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645920"/>
                <a:gridCol w="21031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adjoint dcd/dt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x_tr upper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 (NACA)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0.317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0.80–0.87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0.005638 → 0.005634 (ramp −6.7e-5/unit)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−7.3e-5 … −6.1e-5 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0.369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0.88–0.96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0.005733 / 0.005631 alternating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 / 0.369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0.97–1.00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0.004703 → 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Within a plateau the adjoint is exact (measured slope = adjoint). The drop is carried by branch switches: ±1.8 % (transition moving one cell) and −16 % (x_tr 0.37 → 0.55).</a:t>
            </a:r>
          </a:p>
          <a:p>
            <a:pPr>
              <a:spcAft>
                <a:spcPts val="400"/>
              </a:spcAft>
              <a:defRPr sz="1400"/>
            </a:pPr>
            <a:r>
              <a:t>• fs = 0.15 gives identical plateaus and jumps (and +5.8 % on the good branch) → smoothing is not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Hysteresis chains and Tu-ramp probe: several steady states per geometry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2194560"/>
                <a:gridCol w="2194560"/>
                <a:gridCol w="2194560"/>
                <a:gridCol w="2103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NACA (fwd)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C3 (bwd)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0.1 % →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3 % → 0.5 %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0.009446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0.009459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Warm from the NACA carries the tripped branch all the way to the C3 shape (0.00605 instead of 0.00464) — a classic warm-started optimization can never see the C3 gain.</a:t>
            </a:r>
          </a:p>
          <a:p>
            <a:pPr>
              <a:spcAft>
                <a:spcPts val="400"/>
              </a:spcAft>
              <a:defRPr sz="1400"/>
            </a:pPr>
            <a:r>
              <a:t>• Starting turbulent (Tu₀ = 3 %) → fully turbulent state (0.0094 ≈ SA) is stable at Tu = 0.5 % for every geometry: a spurious self-sustained mode.</a:t>
            </a:r>
          </a:p>
          <a:p>
            <a:pPr>
              <a:spcAft>
                <a:spcPts val="400"/>
              </a:spcAft>
              <a:defRPr sz="1400"/>
            </a:pPr>
            <a:r>
              <a:t>• The good branch (x_tr 0.55) is a narrow basin around C3 (collapses within Δt = 0.04).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The three stable modes and why the gradient cannot see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Mode 1 — turbulent from the leading edge (cd 0.0094): the ν_t/ν term keeps γ = 1, which keeps ν_t high. Self-sustained; only reached by starting turbulent. Spurious.</a:t>
            </a:r>
          </a:p>
          <a:p>
            <a:pPr>
              <a:spcAft>
                <a:spcPts val="400"/>
              </a:spcAft>
              <a:defRPr sz="1500"/>
            </a:pPr>
            <a:r>
              <a:t>• Mode 2 — transition mid-chord (0.32–0.37 c) in pairs of neighbouring cells: γ switches where Re_v crosses the Tu threshold; on a flat pressure region Re_v grows slowly, so the crossing is ill-conditioned; transition at cell i changes the downstream boundary layer and the pressure, which moves the crossing — two adjacent cells are both self-consistent (±1.8 % cd). Discrete because of the mesh; fsmooth does not remove it.</a:t>
            </a:r>
          </a:p>
          <a:p>
            <a:pPr>
              <a:spcAft>
                <a:spcPts val="400"/>
              </a:spcAft>
              <a:defRPr sz="1500"/>
            </a:pPr>
            <a:r>
              <a:t>• Mode 3 — long laminar run (x_tr 0.55 c): only for shapes with a pressure plateau (C3 family). Narrow basin.</a:t>
            </a:r>
          </a:p>
          <a:p>
            <a:pPr>
              <a:spcAft>
                <a:spcPts val="400"/>
              </a:spcAft>
              <a:defRPr sz="1500"/>
            </a:pPr>
            <a:r>
              <a:t>• SLSQP: the adjoint measures the slope inside a step (correct, tiny); the line search samples 1–5 points on one line with shrinking steps; a +1.8 % landing at every trial ⇒ 'converged'. The accepted point can also switch branch (objective drifts up).</a:t>
            </a:r>
          </a:p>
          <a:p>
            <a:pPr>
              <a:spcAft>
                <a:spcPts val="400"/>
              </a:spcAft>
              <a:defRPr sz="1500"/>
            </a:pPr>
            <a:r>
              <a:t>• A denser mesh makes the steps smaller (more, lower equilibria); the ill-conditioning of the crossing on a flat pressure plateau remains.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Optimizer strategies tried (NACA0012 start, Tu = 0.5 %, fs 0.08)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best cd cold-verified; Δ vs baseline 0.006149; C4 = −11.4 %, C3 = −24.5 %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377440"/>
                <a:gridCol w="164592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SLSQP as in the article (scale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0.00617 / 0.00583 (fs 0.04)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−4.4 / −5.2 %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stalls on branch noise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B1/B1′ warm start +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0.00756 / 0.00631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+17 / +2.6 %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hysteresis poisons the base point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 cold, DV scale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smaller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0.00571 (not reproducible)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−7 % then drifts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B4 / B5 cold + warm-from-best; laminar-first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branch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0.00591 / 0.00590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false minima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B6 branch envelope (cold | lam | best) + SLSQP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envelope, clean BFGS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first method that keeps its gains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B7/B9 Tu continuation from below (0.1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laminar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0.0059–0.0061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low-Tu shapes lose laminarity at 0.5 %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B10 Tu continuation from above (1.0/0.75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plateau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0.0062–0.0069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worse than NACA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BCM stalls at any Tu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B11 SLSQP restarted from best ±0.01 probe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probe + descend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adjoint result, V/V0 0.994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Cold pattern search (derivative-free), 7 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compare cold values, no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0.005237 / 0.005052 / 0.005035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−14.8 / −17.8 / −18.1 %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V/V0 0.9997 / 0.988 / 0.973 — NOT adjoint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Article-style tables per free-stream Tu (cold,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SA-BCM baseline at the same Tu; C1 (SA) = −3.0 % vs the SA baseline at any Tu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384048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Baseline SA-BCM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C2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C3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C4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x_tr C2 up / lo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0.5 %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6.15e-3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5.48e-3 (−10.8 %) adjoint  ·  5.05e-3 (−17.8 %) derivative-free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4.64e-3 (−24.5 %)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5.45e-3 (−11.4 %)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  ·  0.420 / 0.713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5.12e-3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4.04e-3 (−21.1 %)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4.10e-3 (−19.9 %)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4.59e-3 (−10.4 %)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0.485 / 0.971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4.30e-3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3.49e-3 (−18.9 %)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3.84e-3 (−10.7 %)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4.25e-3 (−1.3 %)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0.634 / 0.982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Tu = 0.25 %: the laminar basin is wide enough for the gradient; C2 reaches the C3 level with a clear aft movement of transition (upper +0.08 c, lower +0.16 c; small laminar separation bubble near the TE on the lower surface at x/c ≈ 0.94).</a:t>
            </a:r>
          </a:p>
          <a:p>
            <a:pPr>
              <a:spcAft>
                <a:spcPts val="400"/>
              </a:spcAft>
              <a:defRPr sz="1300"/>
            </a:pPr>
            <a:r>
              <a:t>• Tu = 0.1 %: the baseline is already very laminar (x_tr 0.52/0.92); C4 ≈ baseline, the 'SA misleads' message weakens.</a:t>
            </a:r>
          </a:p>
          <a:p>
            <a:pPr>
              <a:spcAft>
                <a:spcPts val="400"/>
              </a:spcAft>
              <a:defRPr sz="1300"/>
            </a:pPr>
            <a:r>
              <a:t>• Tu = 0.5 %: with adjoint only, C2 (−10.8 %) is slightly below C4 (−11.4 %); ≥ −12 % needs the derivative-free stage. Full tables (Cd/Cdv/Cdp, %Cdv/%Cdp, x_tr): tables_by_tu.md.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Skin friction, upper / lower surface, Tu = 0.1 / 0.25 / 0.5 %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Baseline, C2 (adjoint result at 0.5 %), C3, C4 — cold, cl = 0.3</a:t>
            </a:r>
          </a:p>
        </p:txBody>
      </p:sp>
      <p:pic>
        <p:nvPicPr>
          <p:cNvPr id="3" name="Picture 2" descr="cf_tu_c2c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51560"/>
            <a:ext cx="4971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What is reportable as C2 at Tu = 0.5 %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3474720"/>
                <a:gridCol w="3840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How to describe 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−10.8 % (x_tr 0.35 / 0.66, V/V0 0.994)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adjoint, branch-envelope evaluation +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gradient-based with a branch-consistent evaluation — clean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exactly as in the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the original setup; shows the fragility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≈ −17 % (B12 running: SLSQP + adjoint restarted from the pattern-search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must state an explicit derivative-free exploration stage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−21 % at Tu = 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(same evaluation)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100 % adjoint; changes the article's Tu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Every optimum must be re-evaluated cold in a fresh process before it is quoted: values living on warm branches are not reproducible (this cost the HOP/B11 'gains').</a:t>
            </a:r>
          </a:p>
          <a:p>
            <a:pPr>
              <a:spcAft>
                <a:spcPts val="400"/>
              </a:spcAft>
              <a:defRPr sz="1300"/>
            </a:pPr>
            <a:r>
              <a:t>• The pattern search (108 cold solves per round) is cheap only because the case is 2D (16 k cells) — in 3D the adjoint is the only option, and the adjoint itself is verified exact within each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Proposals to remove the branch problem (ranked)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1. Chordwise mesh refinement in the transition zone (0.25–0.65 c): the one-cell step ±1.8 % → ±0.5 % or less; SLSQP stops mistaking a step for a minimum. Most defensible in a paper ('grid-induced multiple equilibria'). Cost: new mesh + redo the 2D cases (~half a day). Untested.</a:t>
            </a:r>
          </a:p>
          <a:p>
            <a:pPr>
              <a:spcAft>
                <a:spcPts val="400"/>
              </a:spcAft>
              <a:defRPr sz="1500"/>
            </a:pPr>
            <a:r>
              <a:t>• 2. Branch-averaged objective: solve each design twice (cold and laminar-first), use the mean of cd and of the two adjoints → the staircase becomes a ramp consistent with the gradient. Still pure adjoint; ~1 h to implement in the envelope script; 2×2 solves per evaluation. Untested.</a:t>
            </a:r>
          </a:p>
          <a:p>
            <a:pPr>
              <a:spcAft>
                <a:spcPts val="400"/>
              </a:spcAft>
              <a:defRPr sz="1500"/>
            </a:pPr>
            <a:r>
              <a:t>• 3. Adjoint direction + sampled line search: keep the (good) gradient direction, replace SLSQP's line search by 6–8 cold evaluations along it. ~8 solves/iteration; custom loop, half a day.</a:t>
            </a:r>
          </a:p>
          <a:p>
            <a:pPr>
              <a:spcAft>
                <a:spcPts val="400"/>
              </a:spcAft>
              <a:defRPr sz="1500"/>
            </a:pPr>
            <a:r>
              <a:t>• 4. Report at Tu = 0.25 % (−21 %): zero work, changes the article's condition.</a:t>
            </a:r>
          </a:p>
          <a:p>
            <a:pPr>
              <a:spcAft>
                <a:spcPts val="400"/>
              </a:spcAft>
              <a:defRPr sz="1500"/>
            </a:pPr>
            <a:r>
              <a:t>• 5. Fixed cold protocol (done): reproducibility, not the optimizer.</a:t>
            </a:r>
          </a:p>
          <a:p>
            <a:pPr>
              <a:spcAft>
                <a:spcPts val="400"/>
              </a:spcAft>
              <a:defRPr sz="1500"/>
            </a:pPr>
            <a:r>
              <a:t>• Outside the user's rules: soften the ν_t/ν feedback term of BCM (the source of the hysteresis) — a physics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Recommendation: 1 for the article; 2 to test now with the existing scripts. Nothing launched without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